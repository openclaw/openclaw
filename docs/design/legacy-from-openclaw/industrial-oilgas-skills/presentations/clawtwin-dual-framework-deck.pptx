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导出：须 `--no-stdin`；嵌入 diagrams 下 SVG 须加 `--allow-local-files`
  cd contrib/industrial-oilgas-skills/presentations
  npx @marp-team/marp-cli@latest clawtwin-dual-framework-deck.md -o clawtwin-dual-framework-deck.pptx --allow-local-files --no-stdin
  npx @marp-team/marp-cli@latest clawtwin-dual-framework-deck.md -o clawtwin-dual-framework-deck.pdf --allow-local-files --no-stdin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全图自下而上：愈下愈宽承接现场；L3 为本期中枢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ontology → core → apps → … 与 DESIGN-FINAL-LOCK 契约一致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双框架总览</dc:title>
  <dc:subject>PptxGenJS Presentation</dc:subject>
  <dc:creator>Created by Marp</dc:creator>
  <cp:lastModifiedBy>Created by Marp</cp:lastModifiedBy>
  <cp:revision>1</cp:revision>
  <dcterms:created xsi:type="dcterms:W3CDTF">2026-05-11T12:08:21Z</dcterms:created>
  <dcterms:modified xsi:type="dcterms:W3CDTF">2026-05-11T12:08:21Z</dcterms:modified>
</cp:coreProperties>
</file>